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listSlicer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26db9a6d-fe8e-44ff-8379-9421ebb78a14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0432db6903e04dc0" /><Relationship Type="http://schemas.openxmlformats.org/officeDocument/2006/relationships/slideLayout" Target="/ppt/slideLayouts/slideLayout8.xml" Id="R50bd6bc5b4184e8c" /><Relationship Type="http://schemas.openxmlformats.org/officeDocument/2006/relationships/hyperlink" Target="https://app.powerbi.com/groups/me/reports/26db9a6d-fe8e-44ff-8379-9421ebb78a14/?pbi_source=PowerPoint" TargetMode="External" Id="RelId0" /><Relationship Type="http://schemas.openxmlformats.org/officeDocument/2006/relationships/image" Target="/ppt/media/image4.png" Id="imgId4797399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01c3e416de9496f" /><Relationship Type="http://schemas.openxmlformats.org/officeDocument/2006/relationships/slideLayout" Target="/ppt/slideLayouts/slideLayout8.xml" Id="R93c3f61b83af4165" /><Relationship Type="http://schemas.openxmlformats.org/officeDocument/2006/relationships/hyperlink" Target="https://app.powerbi.com/groups/me/reports/26db9a6d-fe8e-44ff-8379-9421ebb78a14/?pbi_source=PowerPoint" TargetMode="External" Id="RelId1" /><Relationship Type="http://schemas.openxmlformats.org/officeDocument/2006/relationships/image" Target="/ppt/media/image5.png" Id="imgId4797772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54f4175fa67b4d31" /><Relationship Type="http://schemas.openxmlformats.org/officeDocument/2006/relationships/slideLayout" Target="/ppt/slideLayouts/slideLayout8.xml" Id="Rfc77feb69d704e06" /><Relationship Type="http://schemas.openxmlformats.org/officeDocument/2006/relationships/hyperlink" Target="https://app.powerbi.com/groups/me/reports/26db9a6d-fe8e-44ff-8379-9421ebb78a14/?pbi_source=PowerPoint" TargetMode="External" Id="RelId2" /><Relationship Type="http://schemas.openxmlformats.org/officeDocument/2006/relationships/image" Target="/ppt/media/image6.png" Id="imgId480194385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TESTE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07/08/2026 13:50:11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06/08/2026 11:58:47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eChart ,areaChart ,clusteredColumnChart ,listSlicer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797399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ColumnChart ,pieChart ,textbox ,cardVisual ,cardVisual ,clusteredColumnChart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797772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eChart ,treemap ,map ,map ,textbox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8019438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3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