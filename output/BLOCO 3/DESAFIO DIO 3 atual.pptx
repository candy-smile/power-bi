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DATA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BORRACHA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donutChart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pie 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x Segment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treemap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mapa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GRAFICO LINHA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x Product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areaChart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treemap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waterfallChart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DATA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página 2 limpar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ChicletSlicer1448559807354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decompositionTreeVisual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GRAFICO LINHA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RadarChart1446119667547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a0d647fe-dcad-4cd8-9559-cd8df355518f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fb8273b34df14195" /><Relationship Type="http://schemas.openxmlformats.org/officeDocument/2006/relationships/slideLayout" Target="/ppt/slideLayouts/slideLayout8.xml" Id="Rff92412af7534e90" /><Relationship Type="http://schemas.openxmlformats.org/officeDocument/2006/relationships/hyperlink" Target="https://app.powerbi.com/groups/me/reports/a0d647fe-dcad-4cd8-9559-cd8df355518f/?pbi_source=PowerPoint" TargetMode="External" Id="RelId0" /><Relationship Type="http://schemas.openxmlformats.org/officeDocument/2006/relationships/image" Target="/ppt/media/image4.png" Id="imgId4848177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279575926bc445fb" /><Relationship Type="http://schemas.openxmlformats.org/officeDocument/2006/relationships/slideLayout" Target="/ppt/slideLayouts/slideLayout8.xml" Id="R76ade67fcfa4415b" /><Relationship Type="http://schemas.openxmlformats.org/officeDocument/2006/relationships/hyperlink" Target="https://app.powerbi.com/groups/me/reports/a0d647fe-dcad-4cd8-9559-cd8df355518f/?pbi_source=PowerPoint" TargetMode="External" Id="RelId1" /><Relationship Type="http://schemas.openxmlformats.org/officeDocument/2006/relationships/image" Target="/ppt/media/image5.png" Id="imgId484817706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DESAFIO DIO 3 atual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21/08/2026 15:30:26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21/08/2026 15:23:06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DATA ,shape ,BORRACHA ,shape ,donutChart ,shape ,shape ,textbox ,cardVisual ,image ,actionButton ,pie chart ,shape ,Sales x Segment ,cardVisual ,treemap ,cardVisual ,shape ,Botão mapa ,cardVisual ,cardVisual ,slicer ,shape ,shape ,map ,actionButton ,shape ,textbox ,shape ,shape ,actionButton ,shape ,GRAFICO LINHA ,Sales x Product ,actionButton ,areaChart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8481770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Página 1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map ,shape ,actionButton ,treemap ,waterfallChart ,textbox ,actionButton ,DATA ,shape ,textbox ,shape ,actionButton ,shape ,Botão página 2 limpar ,ChicletSlicer1448559807354 ,decompositionTreeVisual ,actionButton ,shape ,image ,GRAFICO LINHA ,image ,shape ,shape ,shape ,RadarChart1446119667547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8481770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Página 2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